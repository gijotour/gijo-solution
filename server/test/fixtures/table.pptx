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보안 점검 요약</a:t>
            </a:r>
          </a:p>
        </p:txBody>
      </p:sp>
      <p:graphicFrame>
        <a:graphic>
          <a:graphicData>
            <a:tbl>
              <a:tblPr/>
              <a:tblGrid>
                <a:gridCol w="100"/>
                <a:gridCol w="100"/>
                <a:gridCol w="100"/>
              </a:tblGrid>
              <a:tr h="370840">
                <a:tc>
                  <a:txBody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건수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370840">
                <a:tc>
                  <a:txBody>
                    <a:p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즉시 조치</a:t>
                      </a:r>
                    </a:p>
                  </a:txBody>
                  <a:tcPr/>
                </a:tc>
              </a:tr>
              <a:tr h="370840">
                <a:tc gridSpan="2">
                  <a:txBody>
                    <a:p>
                      <a:r>
                        <a:t>합계 3건</a:t>
                      </a:r>
                    </a:p>
                  </a:txBody>
                  <a:tcPr/>
                </a:tc>
                <a:tc hMerge="1">
                  <a:txBody>
                    <a:p>
                      <a:endParaRPr/>
                    </a:p>
                  </a:txBody>
                  <a:tcPr/>
                </a:tc>
                <a:tc>
                  <a:txBody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txBody>
          <a:p>
            <a:r>
              <a:t>표 뒤 설명 문장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표가 없는 슬라이드</a:t>
            </a:r>
          </a:p>
        </p:txBody>
      </p:sp>
    </p:spTree>
  </p:cSld>
</p:sld>
</file>