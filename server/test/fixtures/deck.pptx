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4"/>
    <p:sldId id="257" r:id="rId2"/>
    <p:sldId id="258" r:id="rId1"/>
    <p:sldId id="259" r:id="rId3"/>
    <p:sldId id="260" r:id="rId5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분기별 취약점</a:t>
            </a:r>
          </a:p>
        </c:rich>
      </c:tx>
    </c:title>
    <c:plotArea>
      <c:barChart>
        <c:ser>
          <c:idx val="0"/>
          <c:order val="0"/>
          <c:tx>
            <c:strRef>
              <c:f>Sheet1!$B$1</c:f>
              <c:strCache>
                <c:pt idx="0">
                  <c:v>높음</c:v>
                </c:pt>
              </c:strCache>
            </c:strRef>
          </c:tx>
          <c:errBars>
            <c:errBarType val="both"/>
            <c:plus>
              <c:numRef>
                <c:numCache>
                  <c:pt idx="0">
                    <c:v>0.5</c:v>
                  </c:pt>
                </c:numCache>
              </c:numRef>
            </c:plus>
            <c:val val="1"/>
          </c:errBars>
          <c:cat>
            <c:strRef>
              <c:strCache>
                <c:pt idx="0">
                  <c:v>1분기</c:v>
                </c:pt>
                <c:pt idx="1">
                  <c:v>2분기</c:v>
                </c:pt>
              </c:strCache>
            </c:strRef>
          </c:cat>
          <c:val>
            <c:numRef>
              <c:numCache>
                <c:pt idx="0">
                  <c:v>12</c:v>
                </c:pt>
                <c:pt idx="1">
                  <c:v>7</c:v>
                </c:pt>
              </c:numCache>
            </c:numRef>
          </c:val>
        </c:ser>
        <c:ser>
          <c:idx val="0"/>
          <c:order val="0"/>
          <c:tx>
            <c:strRef>
              <c:f>Sheet1!$B$1</c:f>
              <c:strCache>
                <c:pt idx="0">
                  <c:v>보통</c:v>
                </c:pt>
              </c:strCache>
            </c:strRef>
          </c:tx>
          <c:errBars>
            <c:errBarType val="both"/>
            <c:plus>
              <c:numRef>
                <c:numCache>
                  <c:pt idx="0">
                    <c:v>0.5</c:v>
                  </c:pt>
                </c:numCache>
              </c:numRef>
            </c:plus>
            <c:val val="1"/>
          </c:errBars>
          <c:cat>
            <c:strRef>
              <c:strCache>
                <c:pt idx="0">
                  <c:v>1분기</c:v>
                </c:pt>
                <c:pt idx="1">
                  <c:v>2분기</c:v>
                </c:pt>
              </c:strCache>
            </c:strRef>
          </c:cat>
          <c:val>
            <c:numRef>
              <c:numCache>
                <c:pt idx="0">
                  <c:v>5</c:v>
                </c:pt>
                <c:pt idx="1">
                  <c:v>3</c:v>
                </c:pt>
              </c:numCache>
            </c:numRef>
          </c:val>
        </c:ser>
      </c:barChart>
    </c:plotArea>
  </c:chart>
</c:chartSpace>
</file>

<file path=ppt/charts/chartEx1.xml><?xml version="1.0" encoding="utf-8"?>
<cx:chartSpace xmlns:cx="http://schemas.microsoft.com/office/drawing/2014/chartex" xmlns:a="http://schemas.openxmlformats.org/drawingml/2006/main">
  <cx:chartData>
    <cx:data id="0">
      <cx:strDim type="cat">
        <cx:f>Sheet1!$A$2:$A$3</cx:f>
        <cx:lvl ptCount="2">
          <cx:pt idx="0">단계1</cx:pt>
          <cx:pt idx="1">단계2</cx:pt>
        </cx:lvl>
      </cx:strDim>
      <cx:numDim type="val">
        <cx:f>Sheet1!$B$2:$B$3</cx:f>
        <cx:lvl ptCount="2">
          <cx:pt idx="0">40</cx:pt>
          <cx:pt idx="1">25</cx:pt>
        </cx:lvl>
      </cx:numDim>
    </cx:data>
  </cx:chartData>
  <cx:chart>
    <cx:title>
      <cx:tx>
        <cx:rich>
          <a:p>
            <a:r>
              <a:t>깔때기 전환</a:t>
            </a:r>
          </a:p>
        </cx:rich>
      </cx:tx>
    </cx:title>
    <cx:plotArea>
      <cx:plotAreaRegion>
        <cx:series layoutId="funnel" uniqueId="{00000000-0000-0000-0000-000000000001}">
          <cx:tx>
            <cx:txData>
              <cx:f>Sheet1!$B$1</cx:f>
              <cx:v>전환</cx:v>
            </cx:txData>
          </cx:tx>
          <cx:dataId val="0"/>
        </cx:series>
      </cx:plotAreaRegion>
    </cx:plotArea>
  </cx:chart>
</cx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도해 첫 마디</a:t>
          </a:r>
        </a:p>
      </dgm:t>
    </dgm:pt>
    <dgm:pt modelId="2">
      <dgm:t>
        <a:p>
          <a:r>
            <a:t>도해 둘째 마디</a:t>
          </a:r>
        </a:p>
      </dgm:t>
    </dgm:pt>
  </dgm:ptLst>
</dgm:dataModel>
</file>

<file path=ppt/diagrams/layout1.xml><?xml version="1.0" encoding="utf-8"?>
<dgm:layoutDef xmlns:dgm="http://schemas.openxmlformats.org/drawingml/2006/diagram" xmlns:a="http://schemas.openxmlformats.org/drawingml/2006/main">
  <dgm:title val="x"/>
  <a:p>
    <a:r>
      <a:t>레이아웃_잡음</a:t>
    </a:r>
  </a:p>
</dgm:layoutDef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지운 장의 잔해입니다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이 장은 도해가 핵심입니다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../diagrams/data1.xml" TargetMode="External"/><Relationship Id="rId3" Type="http://schemas.openxmlformats.org/officeDocument/2006/relationships/hyperlink" Target="https://example.invalid/&#48372;&#44256;&#49436;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4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chart" Target="/ppt/charts/chart1.xml"/><Relationship Id="rId5" Type="http://schemas.microsoft.com/office/2014/relationships/chartEx" Target="../charts/chartEx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셋째 장 표</a:t>
            </a:r>
          </a:p>
        </p:txBody>
      </p:sp>
      <p:graphicFrame>
        <a:graphic>
          <a:graphicData>
            <a:tbl>
              <a:tblPr/>
              <a:tblGrid>
                <a:gridCol w="100"/>
                <a:gridCol w="100"/>
              </a:tblGrid>
              <a:tr h="370840">
                <a:tc>
                  <a:txBody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값</a:t>
                      </a:r>
                    </a:p>
                  </a:txBody>
                  <a:tcPr/>
                </a:tc>
              </a:tr>
              <a:tr h="370840">
                <a:tc>
                  <a:txBody>
                    <a:p>
                      <a:r>
                        <a:t>점검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2건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첫째 장 도해와 차트</a:t>
            </a:r>
          </a:p>
        </p:txBody>
      </p:sp>
      <p:graphicFrame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/>
          </a:graphicData>
        </a:graphic>
      </p:graphicFrame>
      <p:graphicFrame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5"/>
          </a:graphicData>
        </a:graphic>
      </p:graphicFrame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pic>
        <p:blipFill>
          <a:blip xmlns:r="http://schemas.openxmlformats.org/officeDocument/2006/relationships" r:embed="rId1"/>
        </p:blipFill>
      </p:pic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넷째 장 관계 파일 없음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다섯째 장 노트 중복 참조</a:t>
            </a:r>
          </a:p>
        </p:txBody>
      </p:sp>
    </p:spTree>
  </p:cSld>
</p:sld>
</file>