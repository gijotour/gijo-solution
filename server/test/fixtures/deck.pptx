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2"/>
    <p:sldId id="257" r:id="rId3"/>
    <p:sldId id="258" r:id="rId1"/>
  </p:sldId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charts/chart1.xml><?xml version="1.0" encoding="utf-8"?>
<c:chartSpace xmlns:c="http://schemas.openxmlformats.org/drawingml/2006/chart" xmlns:a="http://schemas.openxmlformats.org/drawingml/2006/main">
  <c:chart>
    <c:title>
      <c:tx>
        <c:rich>
          <a:p>
            <a:r>
              <a:t>분기별 취약점</a:t>
            </a:r>
          </a:p>
        </c:rich>
      </c:tx>
    </c:title>
    <c:plotArea>
      <c:barChart>
        <c:ser>
          <c:idx val="0"/>
          <c:order val="0"/>
          <c:tx>
            <c:strRef>
              <c:f>Sheet1!$B$1</c:f>
              <c:strCache>
                <c:pt idx="0">
                  <c:v>높음</c:v>
                </c:pt>
              </c:strCache>
            </c:strRef>
          </c:tx>
          <c:errBars>
            <c:errBarType val="both"/>
            <c:plus>
              <c:numRef>
                <c:numCache>
                  <c:pt idx="0">
                    <c:v>0.5</c:v>
                  </c:pt>
                </c:numCache>
              </c:numRef>
            </c:plus>
            <c:val val="1"/>
          </c:errBars>
          <c:cat>
            <c:strRef>
              <c:strCache>
                <c:pt idx="0">
                  <c:v>1분기</c:v>
                </c:pt>
                <c:pt idx="1">
                  <c:v>2분기</c:v>
                </c:pt>
              </c:strCache>
            </c:strRef>
          </c:cat>
          <c:val>
            <c:numRef>
              <c:numCache>
                <c:pt idx="0">
                  <c:v>12</c:v>
                </c:pt>
                <c:pt idx="1">
                  <c:v>7</c:v>
                </c:pt>
              </c:numCache>
            </c:numRef>
          </c:val>
        </c:ser>
        <c:ser>
          <c:idx val="0"/>
          <c:order val="0"/>
          <c:tx>
            <c:strRef>
              <c:f>Sheet1!$B$1</c:f>
              <c:strCache>
                <c:pt idx="0">
                  <c:v>보통</c:v>
                </c:pt>
              </c:strCache>
            </c:strRef>
          </c:tx>
          <c:errBars>
            <c:errBarType val="both"/>
            <c:plus>
              <c:numRef>
                <c:numCache>
                  <c:pt idx="0">
                    <c:v>0.5</c:v>
                  </c:pt>
                </c:numCache>
              </c:numRef>
            </c:plus>
            <c:val val="1"/>
          </c:errBars>
          <c:cat>
            <c:strRef>
              <c:strCache>
                <c:pt idx="0">
                  <c:v>1분기</c:v>
                </c:pt>
                <c:pt idx="1">
                  <c:v>2분기</c:v>
                </c:pt>
              </c:strCache>
            </c:strRef>
          </c:cat>
          <c:val>
            <c:numRef>
              <c:numCache>
                <c:pt idx="0">
                  <c:v>5</c:v>
                </c:pt>
                <c:pt idx="1">
                  <c:v>3</c:v>
                </c:pt>
              </c:numCache>
            </c:numRef>
          </c:val>
        </c:ser>
      </c:barChart>
    </c:plotArea>
  </c:chart>
</c:chartSpace>
</file>

<file path=ppt/diagrams/data1.xml><?xml version="1.0" encoding="utf-8"?>
<dgm:dataModel xmlns:dgm="http://schemas.openxmlformats.org/drawingml/2006/diagram" xmlns:a="http://schemas.openxmlformats.org/drawingml/2006/main">
  <dgm:ptLst>
    <dgm:pt modelId="1">
      <dgm:t>
        <a:p>
          <a:r>
            <a:t>도해 첫 마디</a:t>
          </a:r>
        </a:p>
      </dgm:t>
    </dgm:pt>
    <dgm:pt modelId="2">
      <dgm:t>
        <a:p>
          <a:r>
            <a:t>도해 둘째 마디</a:t>
          </a:r>
        </a:p>
      </dgm:t>
    </dgm:pt>
  </dgm:ptLst>
</dgm:dataModel>
</file>

<file path=ppt/diagrams/layout1.xml><?xml version="1.0" encoding="utf-8"?>
<dgm:layoutDef xmlns:dgm="http://schemas.openxmlformats.org/drawingml/2006/diagram" xmlns:a="http://schemas.openxmlformats.org/drawingml/2006/main">
  <dgm:title val="x"/>
  <a:p>
    <a:r>
      <a:t>레이아웃_잡음</a:t>
    </a:r>
  </a:p>
</dgm:layoutDef>
</file>

<file path=ppt/notesSlides/notesSlide1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이 장은 도해가 핵심입니다</a:t>
            </a:r>
          </a:p>
        </p:txBody>
      </p:sp>
    </p:spTree>
  </p:cSld>
</p:note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chart" Target="/ppt/charts/chart1.xml"/><Relationship Id="rId5" Type="http://schemas.openxmlformats.org/officeDocument/2006/relationships/hyperlink" Target="https://example.invalid/&#48372;&#44256;&#49436;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셋째 장 표</a:t>
            </a:r>
          </a:p>
        </p:txBody>
      </p:sp>
      <p:graphicFrame>
        <a:graphic>
          <a:graphicData>
            <a:tbl>
              <a:tblPr/>
              <a:tblGrid>
                <a:gridCol w="100"/>
                <a:gridCol w="100"/>
              </a:tblGrid>
              <a:tr h="370840">
                <a:tc>
                  <a:txBody>
                    <a:p>
                      <a:r>
                        <a:t>구분</a:t>
                      </a:r>
                    </a:p>
                  </a:txBody>
                  <a:tcPr/>
                </a:tc>
                <a:tc>
                  <a:txBody>
                    <a:p>
                      <a:r>
                        <a:t>값</a:t>
                      </a:r>
                    </a:p>
                  </a:txBody>
                  <a:tcPr/>
                </a:tc>
              </a:tr>
              <a:tr h="370840">
                <a:tc>
                  <a:txBody>
                    <a:p>
                      <a:r>
                        <a:t>점검</a:t>
                      </a:r>
                    </a:p>
                  </a:txBody>
                  <a:tcPr/>
                </a:tc>
                <a:tc>
                  <a:txBody>
                    <a:p>
                      <a:r>
                        <a:t>2건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첫째 장 도해와 차트</a:t>
            </a:r>
          </a:p>
        </p:txBody>
      </p:sp>
      <p:graphicFrame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/>
          </a:graphicData>
        </a:graphic>
      </p:graphicFrame>
      <p:graphicFrame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pic>
        <p:blipFill>
          <a:blip xmlns:r="http://schemas.openxmlformats.org/officeDocument/2006/relationships" r:embed="rId1"/>
        </p:blipFill>
      </p:pic>
    </p:spTree>
  </p:cSld>
</p:sld>
</file>